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Who’s Going To Swim With The Fish? 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Titanic Survival Analysis</a:t>
            </a:r>
          </a:p>
          <a:p/>
          <a:p>
            <a:r>
              <a:t>Austin Coulter, Peter Nguyen, Preethi Vezhavendan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🚢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Titanic passenger survival</a:t>
            </a:r>
          </a:p>
          <a:p>
            <a:pPr lvl="1"/>
            <a:r>
              <a:t>Survival was not random</a:t>
            </a:r>
          </a:p>
          <a:p>
            <a:pPr lvl="1"/>
            <a:r>
              <a:t>Demographics and class mattered</a:t>
            </a:r>
          </a:p>
          <a:p>
            <a:pPr lvl="1"/>
            <a:r>
              <a:t>Classic supervised classification task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🐠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891 passengers, 26 variables</a:t>
            </a:r>
          </a:p>
          <a:p>
            <a:pPr lvl="1"/>
            <a:r>
              <a:t>~38% survival rate</a:t>
            </a:r>
          </a:p>
          <a:p>
            <a:pPr lvl="1"/>
            <a:r>
              <a:t>Demographics, class, family structure</a:t>
            </a:r>
          </a:p>
          <a:p>
            <a:pPr lvl="1"/>
            <a:r>
              <a:t>Standardized preprocessing for fairness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🎣 Models Tested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</a:t>
            </a:r>
          </a:p>
          <a:p>
            <a:pPr lvl="1"/>
            <a:r>
              <a:t>LDA / QDA</a:t>
            </a:r>
          </a:p>
          <a:p>
            <a:pPr lvl="1"/>
            <a:r>
              <a:t>SVM (Linear, RBF, Sigmoid)</a:t>
            </a:r>
          </a:p>
          <a:p>
            <a:pPr lvl="1"/>
            <a:r>
              <a:t>Random Forest, Bagging, Gradient Boosting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🦈 Model Performance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Accuracy: Random Forest &amp; SVM (RBF)</a:t>
            </a:r>
          </a:p>
          <a:p>
            <a:pPr lvl="1"/>
            <a:r>
              <a:t>Accuracy ≈ 83.4%</a:t>
            </a:r>
          </a:p>
          <a:p>
            <a:pPr lvl="1"/>
            <a:r>
              <a:t>Random Forest had best ROC-AUC (0.88)</a:t>
            </a:r>
          </a:p>
          <a:p>
            <a:pPr lvl="1"/>
            <a:r>
              <a:t>Ensembles dominate linear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🐬 Why Ensembles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 nonlinear relationships</a:t>
            </a:r>
          </a:p>
          <a:p>
            <a:pPr lvl="1"/>
            <a:r>
              <a:t>Handle feature interactions</a:t>
            </a:r>
          </a:p>
          <a:p>
            <a:pPr lvl="1"/>
            <a:r>
              <a:t>Reduce variance via averaging</a:t>
            </a:r>
          </a:p>
          <a:p>
            <a:pPr lvl="1"/>
            <a:r>
              <a:t>Better generalization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🐡 Interpretability vs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models = easy to explain</a:t>
            </a:r>
          </a:p>
          <a:p>
            <a:pPr lvl="1"/>
            <a:r>
              <a:t>Ensembles = harder to interpret</a:t>
            </a:r>
          </a:p>
          <a:p>
            <a:pPr lvl="1"/>
            <a:r>
              <a:t>Performance gain comes at cost of transparency</a:t>
            </a:r>
          </a:p>
          <a:p>
            <a:pPr lvl="1"/>
            <a:r>
              <a:t>Model choice depends on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🐙 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highlights nonlinear drivers</a:t>
            </a:r>
          </a:p>
          <a:p>
            <a:pPr lvl="1"/>
            <a:r>
              <a:t>Logistic Regression favors linear effects</a:t>
            </a:r>
          </a:p>
          <a:p>
            <a:pPr lvl="1"/>
            <a:r>
              <a:t>Different models prioritize different signals</a:t>
            </a:r>
          </a:p>
          <a:p>
            <a:pPr lvl="1"/>
            <a:r>
              <a:t>No single “true” importance ranking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🌊 Final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is best overall performer</a:t>
            </a:r>
          </a:p>
          <a:p>
            <a:pPr lvl="1"/>
            <a:r>
              <a:t>SVM RBF is a close competitor</a:t>
            </a:r>
          </a:p>
          <a:p>
            <a:pPr lvl="1"/>
            <a:r>
              <a:t>Linear models still useful when interpretability matters</a:t>
            </a:r>
          </a:p>
          <a:p>
            <a:pPr lvl="1"/>
            <a:r>
              <a:t>Model choice should match application goals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